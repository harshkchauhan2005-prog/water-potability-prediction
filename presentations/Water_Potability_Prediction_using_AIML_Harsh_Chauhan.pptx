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harsh-chauhan-988690338" TargetMode="External"/><Relationship Id="rId2" Type="http://schemas.openxmlformats.org/officeDocument/2006/relationships/hyperlink" Target="https://github.com/harshkchauhan2005-prog/Water-Potability-Prediction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151586" y="3429000"/>
            <a:ext cx="6870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/>
              <a:t>💧 </a:t>
            </a:r>
            <a:r>
              <a:rPr lang="en-US" sz="3600" dirty="0">
                <a:solidFill>
                  <a:schemeClr val="bg1"/>
                </a:solidFill>
              </a:rPr>
              <a:t>Water Potability Prediction using AI/ML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173FB-0430-570C-048B-F165C169C664}"/>
              </a:ext>
            </a:extLst>
          </p:cNvPr>
          <p:cNvSpPr txBox="1"/>
          <p:nvPr/>
        </p:nvSpPr>
        <p:spPr>
          <a:xfrm>
            <a:off x="483079" y="1716657"/>
            <a:ext cx="4149306" cy="4402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/>
              <a:t>Understand water quality parameters affecting drinking water safety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/>
              <a:t>Apply machine learning techniques for classification problems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/>
              <a:t>Compare models (Logistic Regression, Random Forest, </a:t>
            </a:r>
            <a:r>
              <a:rPr lang="en-IN" dirty="0" err="1"/>
              <a:t>XGBoost</a:t>
            </a:r>
            <a:r>
              <a:rPr lang="en-IN" dirty="0"/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/>
              <a:t>Evaluate models using accuracy, precision, recall, F1-score, ROC-AUC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/>
              <a:t>Identify most important features influencing water potability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36A5A0-76AE-40E0-D185-740E9931204B}"/>
              </a:ext>
            </a:extLst>
          </p:cNvPr>
          <p:cNvSpPr txBox="1"/>
          <p:nvPr/>
        </p:nvSpPr>
        <p:spPr>
          <a:xfrm>
            <a:off x="301924" y="1854177"/>
            <a:ext cx="4528868" cy="4380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Programming Language: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Python</a:t>
            </a:r>
            <a:b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Libraries: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Pandas, NumPy, Scikit-Learn, Matplotlib, Seaborn</a:t>
            </a:r>
            <a:b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Platform: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Google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Colab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/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Jupyter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Notebook</a:t>
            </a:r>
            <a:b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Dataset: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Kaggle Water Potability Dataset</a:t>
            </a:r>
            <a:b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Version Control: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GitHub Repository for project tracking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D73F63-3342-E08F-1781-DF5991FE5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733245"/>
            <a:ext cx="5334000" cy="612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A80CB0-197F-898A-B1BE-E277BAA4604D}"/>
              </a:ext>
            </a:extLst>
          </p:cNvPr>
          <p:cNvSpPr txBox="1"/>
          <p:nvPr/>
        </p:nvSpPr>
        <p:spPr>
          <a:xfrm>
            <a:off x="6832121" y="1880558"/>
            <a:ext cx="4045788" cy="4313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3BDC8B5B-B4A0-0BFE-7684-71C4515BD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86" y="1525793"/>
            <a:ext cx="6340414" cy="4313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1: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cleaning, handling missing values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Exploratory Data Analysis (EDA)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Baseline model with Logistic Regression (~65% accuracy)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2: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Random Forest &amp;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with Logistic Regression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Evaluated performance using ROC-AUC, precision, recall, F1-score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3 (Final):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Hyperparameter tuning for best models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 importance analysis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 model optimized with accuracy &gt;75%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FC19DC-87CE-9AA3-90E3-B93140576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741870"/>
            <a:ext cx="5334000" cy="611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60C579-1951-03BB-7E2E-3FF7442DEAC2}"/>
              </a:ext>
            </a:extLst>
          </p:cNvPr>
          <p:cNvSpPr txBox="1"/>
          <p:nvPr/>
        </p:nvSpPr>
        <p:spPr>
          <a:xfrm>
            <a:off x="3306417" y="1737083"/>
            <a:ext cx="5141342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</a:rPr>
              <a:t>Problem Statement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5A7C0-CD42-D40B-4C3A-F08D9A4B0D21}"/>
              </a:ext>
            </a:extLst>
          </p:cNvPr>
          <p:cNvSpPr txBox="1"/>
          <p:nvPr/>
        </p:nvSpPr>
        <p:spPr>
          <a:xfrm>
            <a:off x="914400" y="3027872"/>
            <a:ext cx="4244196" cy="2678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The Challenge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Access to clean drinking water is a global challenge affecting billions worldwide. Traditional water testing methods are slow, resource-intensive, and often inaccessible in remote areas.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0216F-26E7-972E-C219-0AEEEADA9EAC}"/>
              </a:ext>
            </a:extLst>
          </p:cNvPr>
          <p:cNvSpPr txBox="1"/>
          <p:nvPr/>
        </p:nvSpPr>
        <p:spPr>
          <a:xfrm>
            <a:off x="6538823" y="3027872"/>
            <a:ext cx="4738777" cy="2390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Our Goal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Design an AI/ML-based model that can analyze water quality parameters and predict whether water is </a:t>
            </a:r>
            <a:r>
              <a:rPr lang="en-US" b="1" dirty="0"/>
              <a:t>potable (safe)</a:t>
            </a:r>
            <a:r>
              <a:rPr lang="en-US" dirty="0"/>
              <a:t> or </a:t>
            </a:r>
            <a:r>
              <a:rPr lang="en-US" b="1" dirty="0"/>
              <a:t>non-potable (unsafe)</a:t>
            </a:r>
            <a:r>
              <a:rPr lang="en-US" dirty="0"/>
              <a:t> for human consumption.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41393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F99F369-552D-00C3-0F3B-F4D4DFBAD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08" y="1847527"/>
            <a:ext cx="1123318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machine learning models for classification: Logistic Regression, Random Forest,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Conducted preprocessing and normalization for better model performance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models to select the most reliable predictor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pH, sulfate, and trihalomethanes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major influencing features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&gt;75% accuracy using Random Forest/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E957E9-E345-4BEB-F217-E9D78972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08" y="1614896"/>
            <a:ext cx="5162285" cy="44519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D7E62E-58FD-814F-EC07-93AE572CD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403" y="1614896"/>
            <a:ext cx="5743473" cy="447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D4D69-7043-90AB-E0F1-88993030E261}"/>
              </a:ext>
            </a:extLst>
          </p:cNvPr>
          <p:cNvSpPr txBox="1"/>
          <p:nvPr/>
        </p:nvSpPr>
        <p:spPr>
          <a:xfrm>
            <a:off x="1017917" y="1768414"/>
            <a:ext cx="994625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Successfully predicted water potability using ML models</a:t>
            </a:r>
            <a:b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Random Forest and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</a:rPr>
              <a:t>XGBoost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provided the highest accuracy and balanced performance</a:t>
            </a:r>
            <a:b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The project demonstrated real-world application of AI for sustainable water resource management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DA699B-4588-4F52-2E23-6562C429919F}"/>
              </a:ext>
            </a:extLst>
          </p:cNvPr>
          <p:cNvSpPr txBox="1"/>
          <p:nvPr/>
        </p:nvSpPr>
        <p:spPr>
          <a:xfrm>
            <a:off x="224287" y="862641"/>
            <a:ext cx="9592573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👨‍💻 </a:t>
            </a:r>
            <a:r>
              <a:rPr lang="en-IN" sz="2400" b="1" dirty="0">
                <a:solidFill>
                  <a:srgbClr val="002060"/>
                </a:solidFill>
              </a:rPr>
              <a:t>About Me – Harsh Chauhan</a:t>
            </a:r>
            <a:br>
              <a:rPr lang="en-IN" sz="2400" b="1" dirty="0"/>
            </a:br>
            <a:br>
              <a:rPr lang="en-IN" sz="2400" b="1" dirty="0"/>
            </a:br>
            <a:endParaRPr lang="en-IN" sz="2000" b="1" dirty="0"/>
          </a:p>
          <a:p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🎓 B.E. Information Technology, GEC </a:t>
            </a:r>
            <a:r>
              <a:rPr lang="en-IN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Modasa</a:t>
            </a: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(3rd Year, Semester 5)</a:t>
            </a:r>
            <a:b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IN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🛠️ Skills: Python, Java, HTML/CSS, Machine Learning (basic), GitHub</a:t>
            </a:r>
            <a:b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IN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📂 Project: </a:t>
            </a:r>
            <a:r>
              <a:rPr lang="en-IN"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Water Potability Prediction using AI/ML</a:t>
            </a:r>
            <a:br>
              <a:rPr lang="en-IN"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IN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🌐 LinkedIn: </a:t>
            </a: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linkedin.com/in/harsh-chauhan-988690338</a:t>
            </a:r>
            <a:b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b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📱Mobile: 9313056911</a:t>
            </a:r>
            <a:b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b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📩Email :harshkchauhan2005@gmail.com</a:t>
            </a:r>
            <a:b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IN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🚀 Goal: To build a strong career as a </a:t>
            </a:r>
            <a:r>
              <a:rPr lang="en-IN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Software Developer</a:t>
            </a: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with expertise in AI and full-stack development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10972045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128</TotalTime>
  <Words>456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 Light</vt:lpstr>
      <vt:lpstr>Wingdings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Harsh Chauhan</cp:lastModifiedBy>
  <cp:revision>4</cp:revision>
  <dcterms:created xsi:type="dcterms:W3CDTF">2024-12-31T09:40:01Z</dcterms:created>
  <dcterms:modified xsi:type="dcterms:W3CDTF">2025-09-13T18:15:10Z</dcterms:modified>
</cp:coreProperties>
</file>